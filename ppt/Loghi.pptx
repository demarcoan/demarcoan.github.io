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4" r:id="rId4"/>
    <p:sldId id="263" r:id="rId5"/>
    <p:sldId id="261" r:id="rId6"/>
    <p:sldId id="260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3D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>
        <p:scale>
          <a:sx n="72" d="100"/>
          <a:sy n="72" d="100"/>
        </p:scale>
        <p:origin x="33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378330-A0AF-6C1E-18BD-75DC65A9A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FF2FF51-DCB6-C6EB-F710-88C20F1BF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EDD6C5B-889C-0899-6ECE-172ED903E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3861-5406-4228-B1E9-B07D2B9C3D42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747E6E-5635-926B-6E3D-57361C299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18ABE32-F8DC-65C6-A713-959473F6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DB73-6A38-4951-8E88-D79B40866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818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043365-C763-AA00-74E8-868E66E5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3C36B4-650F-F4A2-4ED8-070106127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6ED9744-5CD6-DEF6-5621-6ABD90482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3861-5406-4228-B1E9-B07D2B9C3D42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F21417-2654-8EE9-6552-3DFE6FF56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DB94F9A-15B9-C076-16FD-09D5518AB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DB73-6A38-4951-8E88-D79B40866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134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1CA78C-B215-B0AA-18C8-2BA39D5F6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CE26F7F-963C-EAF9-68C1-0F929BAE5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EB90F0-91CA-15EA-4CB3-7265D140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3861-5406-4228-B1E9-B07D2B9C3D42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C9B1C39-1CCB-AE65-7F2A-5343DDF39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40678D-EF53-6E3E-2413-6DB625020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DB73-6A38-4951-8E88-D79B40866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5074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287E79-8F52-A5FA-51E1-CF30DA2BB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73A836-380A-EDD2-C159-D9CB4835A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32B6196-FB89-4149-1C2B-3E55F9475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2754557-C64D-8F80-659D-0DAC6863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3861-5406-4228-B1E9-B07D2B9C3D42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44BA92D-FCC9-B20C-D6A9-1056E85E6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555635C-5D5F-3B30-5014-E6B206C94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DB73-6A38-4951-8E88-D79B40866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3960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A0EC82-712D-308B-6C2F-8C1F01CA6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BF4BFB0-41D1-1D01-0A8D-F5CD004AF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86EFFE4-F076-D062-D335-C8A9CC624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BDE513B-FAF1-867B-622A-AF5D8480C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AF8B3BA-1D21-4E27-7294-145CC78F3A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B7AF368-2D3E-3354-708F-E507EAE80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3861-5406-4228-B1E9-B07D2B9C3D42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192D322-07F5-05F5-D776-A9F1BAF1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2328773-A501-9D3C-726D-DA4D926B7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DB73-6A38-4951-8E88-D79B40866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2682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D006DE-54FB-F8A6-D85B-2B6E5975E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B78A18E-B5CD-DDAC-AFAB-06786CDB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3861-5406-4228-B1E9-B07D2B9C3D42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7D0B79-AA73-237F-B3E0-9AEBF40A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2128DEC-9851-817D-B166-A7960EDA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DB73-6A38-4951-8E88-D79B40866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99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62DC95D-4EA2-F973-55DC-F0BB9CBD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3861-5406-4228-B1E9-B07D2B9C3D42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661A290-8480-DA01-F3D7-933023D61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FC6A406-595D-9937-94B2-594CA53D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DB73-6A38-4951-8E88-D79B40866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2870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AFE3D9-1A30-B398-26E9-4925ED69F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718B2F-CFDE-A27E-6444-C15E11AF8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E1CD69F-96F2-C3BB-E43A-DB8B6D556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CDCD1B1-60D2-6CFD-2D0E-C7D8B6A88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3861-5406-4228-B1E9-B07D2B9C3D42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D3DD0AF-74DE-5D51-21AA-C7E2AFDD7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1B97865-12F9-57CC-0805-273CFEC4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DB73-6A38-4951-8E88-D79B40866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9069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F1BA2F-5BA3-26B2-A041-8CC1CF5DD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5D6F649-C147-9318-0581-9D9848471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1A96621-EA9F-9486-D61F-679BA0751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FF28AE5-3A26-301C-83E0-1E88E8082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3861-5406-4228-B1E9-B07D2B9C3D42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0358DE8-F5B8-8F78-1230-72E897512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79006E-F276-43CE-9BEA-95BB8D5F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DB73-6A38-4951-8E88-D79B40866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5411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906EDB-40C1-9162-0868-7F59E6A88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39A51B9-5543-1573-563A-453AAFF89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49B8CB7-78BF-70DB-0A3B-FFD35C8E0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3861-5406-4228-B1E9-B07D2B9C3D42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96C26B-89CB-82DF-97E9-371174E87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DF78C57-F834-0168-353A-43AA1A15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DB73-6A38-4951-8E88-D79B40866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62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1CCD7C6-D61F-9C60-62C7-23719C50AE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39D96B5-38DA-0EB8-06B9-443E21B46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EB5F7F-AD9E-BF1E-90DF-D5CAD41BD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3861-5406-4228-B1E9-B07D2B9C3D42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53D0E6B-C648-0C2D-25CD-28DA85093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EAA07DC-62FC-8591-C256-9EAE2CDA7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DB73-6A38-4951-8E88-D79B40866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032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03C85D9-0643-3FE6-5B2F-5CFCAA41B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F246315-5A23-FC88-F27C-CDEF95588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D40CD9E-F8B2-A333-B3D3-55D5312933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63861-5406-4228-B1E9-B07D2B9C3D42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584E179-A2C1-9999-8F0E-5BB09ABCD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3BA2B44-D631-3D17-F215-64DB8507D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38DB73-6A38-4951-8E88-D79B408669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3019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magine 17" descr="Immagine che contiene Ricambio auto, design&#10;&#10;Il contenuto generato dall'IA potrebbe non essere corretto.">
            <a:extLst>
              <a:ext uri="{FF2B5EF4-FFF2-40B4-BE49-F238E27FC236}">
                <a16:creationId xmlns:a16="http://schemas.microsoft.com/office/drawing/2014/main" id="{2884EEF1-DB6C-308B-819E-92E2975AB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7" t="3530" r="1961" b="-2386"/>
          <a:stretch>
            <a:fillRect/>
          </a:stretch>
        </p:blipFill>
        <p:spPr>
          <a:xfrm>
            <a:off x="-53512" y="78443"/>
            <a:ext cx="6779557" cy="6779557"/>
          </a:xfrm>
          <a:prstGeom prst="ellipse">
            <a:avLst/>
          </a:prstGeom>
          <a:ln w="12700">
            <a:solidFill>
              <a:srgbClr val="253D8B"/>
            </a:solidFill>
          </a:ln>
        </p:spPr>
      </p:pic>
    </p:spTree>
    <p:extLst>
      <p:ext uri="{BB962C8B-B14F-4D97-AF65-F5344CB8AC3E}">
        <p14:creationId xmlns:p14="http://schemas.microsoft.com/office/powerpoint/2010/main" val="4108287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>
            <a:extLst>
              <a:ext uri="{FF2B5EF4-FFF2-40B4-BE49-F238E27FC236}">
                <a16:creationId xmlns:a16="http://schemas.microsoft.com/office/drawing/2014/main" id="{774CE8A2-3827-4DE6-3315-1EBB18A8F979}"/>
              </a:ext>
            </a:extLst>
          </p:cNvPr>
          <p:cNvGrpSpPr/>
          <p:nvPr/>
        </p:nvGrpSpPr>
        <p:grpSpPr>
          <a:xfrm>
            <a:off x="4582227" y="-399779"/>
            <a:ext cx="6948000" cy="6948000"/>
            <a:chOff x="4582227" y="-399779"/>
            <a:chExt cx="6948000" cy="6948000"/>
          </a:xfrm>
        </p:grpSpPr>
        <p:sp>
          <p:nvSpPr>
            <p:cNvPr id="8" name="Ovale 7">
              <a:extLst>
                <a:ext uri="{FF2B5EF4-FFF2-40B4-BE49-F238E27FC236}">
                  <a16:creationId xmlns:a16="http://schemas.microsoft.com/office/drawing/2014/main" id="{6802F262-3833-AE44-0605-DB6E570CDA21}"/>
                </a:ext>
              </a:extLst>
            </p:cNvPr>
            <p:cNvSpPr/>
            <p:nvPr/>
          </p:nvSpPr>
          <p:spPr>
            <a:xfrm>
              <a:off x="4582227" y="-399779"/>
              <a:ext cx="6948000" cy="694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53D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5" name="Immagine 4" descr="Immagine che contiene persona, vestiti, aria aperta, Viso umano&#10;&#10;Il contenuto generato dall'IA potrebbe non essere corretto.">
              <a:extLst>
                <a:ext uri="{FF2B5EF4-FFF2-40B4-BE49-F238E27FC236}">
                  <a16:creationId xmlns:a16="http://schemas.microsoft.com/office/drawing/2014/main" id="{E5BCBBA2-1E28-2B12-5E34-D10CC4A30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879" b="8826"/>
            <a:stretch>
              <a:fillRect/>
            </a:stretch>
          </p:blipFill>
          <p:spPr>
            <a:xfrm>
              <a:off x="4641627" y="-340379"/>
              <a:ext cx="6829200" cy="6829200"/>
            </a:xfrm>
            <a:prstGeom prst="ellipse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367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 descr="Brindisi con riempimento a tinta unita">
            <a:extLst>
              <a:ext uri="{FF2B5EF4-FFF2-40B4-BE49-F238E27FC236}">
                <a16:creationId xmlns:a16="http://schemas.microsoft.com/office/drawing/2014/main" id="{DD6DBD49-D6CF-0531-0BFA-681689451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7284" y="1417833"/>
            <a:ext cx="3590818" cy="3590818"/>
          </a:xfrm>
          <a:prstGeom prst="rect">
            <a:avLst/>
          </a:prstGeom>
        </p:spPr>
      </p:pic>
      <p:pic>
        <p:nvPicPr>
          <p:cNvPr id="3" name="Immagine 2" descr="Immagine che contiene Elementi grafici, Carattere, grafica, logo&#10;&#10;Il contenuto generato dall'IA potrebbe non essere corretto.">
            <a:extLst>
              <a:ext uri="{FF2B5EF4-FFF2-40B4-BE49-F238E27FC236}">
                <a16:creationId xmlns:a16="http://schemas.microsoft.com/office/drawing/2014/main" id="{061CC190-5B31-4AEE-58FF-0D8A1251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91" b="18769"/>
          <a:stretch>
            <a:fillRect/>
          </a:stretch>
        </p:blipFill>
        <p:spPr>
          <a:xfrm>
            <a:off x="1134668" y="231913"/>
            <a:ext cx="3324689" cy="210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73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0109-513C-94F5-F8E5-5F81558D7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1">
            <a:extLst>
              <a:ext uri="{FF2B5EF4-FFF2-40B4-BE49-F238E27FC236}">
                <a16:creationId xmlns:a16="http://schemas.microsoft.com/office/drawing/2014/main" id="{C075033E-2408-FD4D-AA10-E584BF413402}"/>
              </a:ext>
            </a:extLst>
          </p:cNvPr>
          <p:cNvGrpSpPr/>
          <p:nvPr/>
        </p:nvGrpSpPr>
        <p:grpSpPr>
          <a:xfrm>
            <a:off x="4582227" y="-90000"/>
            <a:ext cx="6948000" cy="6948000"/>
            <a:chOff x="4582227" y="-90000"/>
            <a:chExt cx="6948000" cy="6948000"/>
          </a:xfrm>
        </p:grpSpPr>
        <p:sp>
          <p:nvSpPr>
            <p:cNvPr id="8" name="Ovale 7">
              <a:extLst>
                <a:ext uri="{FF2B5EF4-FFF2-40B4-BE49-F238E27FC236}">
                  <a16:creationId xmlns:a16="http://schemas.microsoft.com/office/drawing/2014/main" id="{C8CF1794-5066-2439-E04C-9E4293A55794}"/>
                </a:ext>
              </a:extLst>
            </p:cNvPr>
            <p:cNvSpPr/>
            <p:nvPr/>
          </p:nvSpPr>
          <p:spPr>
            <a:xfrm>
              <a:off x="4582227" y="-90000"/>
              <a:ext cx="6948000" cy="694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53D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0" name="Immagine 9" descr="Immagine che contiene Viso umano, persona, vestiti, cielo&#10;&#10;Il contenuto generato dall'IA potrebbe non essere corretto.">
              <a:extLst>
                <a:ext uri="{FF2B5EF4-FFF2-40B4-BE49-F238E27FC236}">
                  <a16:creationId xmlns:a16="http://schemas.microsoft.com/office/drawing/2014/main" id="{32E17CFE-5F8A-50E4-E70B-E22E2CEDE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405" b="11300"/>
            <a:stretch>
              <a:fillRect/>
            </a:stretch>
          </p:blipFill>
          <p:spPr>
            <a:xfrm>
              <a:off x="4642280" y="-29947"/>
              <a:ext cx="6827895" cy="6827895"/>
            </a:xfrm>
            <a:prstGeom prst="ellipse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4601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1">
            <a:extLst>
              <a:ext uri="{FF2B5EF4-FFF2-40B4-BE49-F238E27FC236}">
                <a16:creationId xmlns:a16="http://schemas.microsoft.com/office/drawing/2014/main" id="{808BCC20-E98F-55C8-C415-C7A59EEBFE5A}"/>
              </a:ext>
            </a:extLst>
          </p:cNvPr>
          <p:cNvGrpSpPr/>
          <p:nvPr/>
        </p:nvGrpSpPr>
        <p:grpSpPr>
          <a:xfrm>
            <a:off x="3044637" y="153520"/>
            <a:ext cx="6948000" cy="6948000"/>
            <a:chOff x="3044637" y="153520"/>
            <a:chExt cx="6948000" cy="6948000"/>
          </a:xfrm>
        </p:grpSpPr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DA478B8D-7124-355E-080D-772FC427A9D5}"/>
                </a:ext>
              </a:extLst>
            </p:cNvPr>
            <p:cNvSpPr/>
            <p:nvPr/>
          </p:nvSpPr>
          <p:spPr>
            <a:xfrm>
              <a:off x="3044637" y="153520"/>
              <a:ext cx="6948000" cy="694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53D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9" name="Immagine 8" descr="Immagine che contiene cartone animato, arte&#10;&#10;Il contenuto generato dall'IA potrebbe non essere corretto.">
              <a:extLst>
                <a:ext uri="{FF2B5EF4-FFF2-40B4-BE49-F238E27FC236}">
                  <a16:creationId xmlns:a16="http://schemas.microsoft.com/office/drawing/2014/main" id="{E370E9CA-22E8-0B86-A2ED-72A252319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818" r="-1307" b="1061"/>
            <a:stretch>
              <a:fillRect/>
            </a:stretch>
          </p:blipFill>
          <p:spPr>
            <a:xfrm>
              <a:off x="3044813" y="153521"/>
              <a:ext cx="6947647" cy="6909962"/>
            </a:xfrm>
            <a:prstGeom prst="ellipse">
              <a:avLst/>
            </a:prstGeom>
            <a:ln w="12700"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0620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75340-15C9-4193-377A-0150C3521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o 2">
            <a:extLst>
              <a:ext uri="{FF2B5EF4-FFF2-40B4-BE49-F238E27FC236}">
                <a16:creationId xmlns:a16="http://schemas.microsoft.com/office/drawing/2014/main" id="{089E3A51-81B9-21C2-F738-540E0D4806B2}"/>
              </a:ext>
            </a:extLst>
          </p:cNvPr>
          <p:cNvGrpSpPr/>
          <p:nvPr/>
        </p:nvGrpSpPr>
        <p:grpSpPr>
          <a:xfrm>
            <a:off x="2465297" y="39221"/>
            <a:ext cx="6788519" cy="6787400"/>
            <a:chOff x="2465297" y="39221"/>
            <a:chExt cx="6788519" cy="6787400"/>
          </a:xfrm>
        </p:grpSpPr>
        <p:sp>
          <p:nvSpPr>
            <p:cNvPr id="2" name="Ovale 1">
              <a:extLst>
                <a:ext uri="{FF2B5EF4-FFF2-40B4-BE49-F238E27FC236}">
                  <a16:creationId xmlns:a16="http://schemas.microsoft.com/office/drawing/2014/main" id="{72C7C0E8-644D-C859-1A5E-FB460202C98B}"/>
                </a:ext>
              </a:extLst>
            </p:cNvPr>
            <p:cNvSpPr/>
            <p:nvPr/>
          </p:nvSpPr>
          <p:spPr>
            <a:xfrm>
              <a:off x="2465297" y="47064"/>
              <a:ext cx="6779557" cy="67795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8" name="Immagine 17" descr="Immagine che contiene Ricambio aut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AEAB7DDA-C02A-66AD-EEDE-D123151B5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817" t="3530" r="1961" b="-2386"/>
            <a:stretch>
              <a:fillRect/>
            </a:stretch>
          </p:blipFill>
          <p:spPr>
            <a:xfrm>
              <a:off x="2474259" y="39221"/>
              <a:ext cx="6779557" cy="6779557"/>
            </a:xfrm>
            <a:prstGeom prst="ellipse">
              <a:avLst/>
            </a:prstGeom>
            <a:ln w="12700">
              <a:solidFill>
                <a:srgbClr val="253D8B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926248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D8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041D2-B30C-CC49-F27E-8B5402C92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magine 17" descr="Immagine che contiene Ricambio auto, design&#10;&#10;Il contenuto generato dall'IA potrebbe non essere corretto.">
            <a:extLst>
              <a:ext uri="{FF2B5EF4-FFF2-40B4-BE49-F238E27FC236}">
                <a16:creationId xmlns:a16="http://schemas.microsoft.com/office/drawing/2014/main" id="{389E5273-2F24-231E-AAA1-716EC56832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04" t="7164" r="7164" b="5904"/>
          <a:stretch>
            <a:fillRect/>
          </a:stretch>
        </p:blipFill>
        <p:spPr>
          <a:xfrm>
            <a:off x="5738884" y="491318"/>
            <a:ext cx="5961797" cy="5961797"/>
          </a:xfrm>
          <a:prstGeom prst="rect">
            <a:avLst/>
          </a:prstGeom>
          <a:noFill/>
        </p:spPr>
      </p:pic>
      <p:pic>
        <p:nvPicPr>
          <p:cNvPr id="8" name="Immagine 7" descr="Immagine che contiene Ricambio auto, design&#10;&#10;Il contenuto generato dall'IA potrebbe non essere corretto.">
            <a:extLst>
              <a:ext uri="{FF2B5EF4-FFF2-40B4-BE49-F238E27FC236}">
                <a16:creationId xmlns:a16="http://schemas.microsoft.com/office/drawing/2014/main" id="{CAD73B5A-E176-8A58-8DAF-0DCCFBF5F92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04" t="7164" r="7164" b="5904"/>
          <a:stretch>
            <a:fillRect/>
          </a:stretch>
        </p:blipFill>
        <p:spPr>
          <a:xfrm>
            <a:off x="0" y="448101"/>
            <a:ext cx="5961797" cy="59617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30695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D8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56BE2-8865-D8D8-D52A-FC7BD03A8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magine 17" descr="Immagine che contiene Ricambio auto, design&#10;&#10;Il contenuto generato dall'IA potrebbe non essere corretto.">
            <a:extLst>
              <a:ext uri="{FF2B5EF4-FFF2-40B4-BE49-F238E27FC236}">
                <a16:creationId xmlns:a16="http://schemas.microsoft.com/office/drawing/2014/main" id="{4E119A62-C3AF-6828-DAE4-EE193F831C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duotone>
              <a:prstClr val="black"/>
              <a:srgbClr val="253D8B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04" t="7164" r="7164" b="5904"/>
          <a:stretch>
            <a:fillRect/>
          </a:stretch>
        </p:blipFill>
        <p:spPr>
          <a:xfrm>
            <a:off x="0" y="491318"/>
            <a:ext cx="5961797" cy="59617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96901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po 14">
            <a:extLst>
              <a:ext uri="{FF2B5EF4-FFF2-40B4-BE49-F238E27FC236}">
                <a16:creationId xmlns:a16="http://schemas.microsoft.com/office/drawing/2014/main" id="{3D491E65-8692-66BD-4174-D4AEC6236D27}"/>
              </a:ext>
            </a:extLst>
          </p:cNvPr>
          <p:cNvGrpSpPr/>
          <p:nvPr/>
        </p:nvGrpSpPr>
        <p:grpSpPr>
          <a:xfrm>
            <a:off x="-1539133" y="-406023"/>
            <a:ext cx="6933064" cy="7110484"/>
            <a:chOff x="-1539133" y="-406023"/>
            <a:chExt cx="6933064" cy="7110484"/>
          </a:xfrm>
        </p:grpSpPr>
        <p:sp>
          <p:nvSpPr>
            <p:cNvPr id="4" name="Ovale 3">
              <a:extLst>
                <a:ext uri="{FF2B5EF4-FFF2-40B4-BE49-F238E27FC236}">
                  <a16:creationId xmlns:a16="http://schemas.microsoft.com/office/drawing/2014/main" id="{9560FDDC-B1BF-45A1-3466-5A10AB8219A9}"/>
                </a:ext>
              </a:extLst>
            </p:cNvPr>
            <p:cNvSpPr/>
            <p:nvPr/>
          </p:nvSpPr>
          <p:spPr>
            <a:xfrm>
              <a:off x="-1539133" y="-153539"/>
              <a:ext cx="6858000" cy="685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53D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6" name="Immagine 5">
              <a:extLst>
                <a:ext uri="{FF2B5EF4-FFF2-40B4-BE49-F238E27FC236}">
                  <a16:creationId xmlns:a16="http://schemas.microsoft.com/office/drawing/2014/main" id="{B6854A55-4238-8156-92EF-C18D28D70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464069" y="-406023"/>
              <a:ext cx="6858000" cy="6858000"/>
            </a:xfrm>
            <a:prstGeom prst="rect">
              <a:avLst/>
            </a:prstGeom>
          </p:spPr>
        </p:pic>
      </p:grp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F39E1514-7902-7F27-35E8-10D1AACDA475}"/>
              </a:ext>
            </a:extLst>
          </p:cNvPr>
          <p:cNvGrpSpPr/>
          <p:nvPr/>
        </p:nvGrpSpPr>
        <p:grpSpPr>
          <a:xfrm>
            <a:off x="5334000" y="-54798"/>
            <a:ext cx="6858000" cy="6858000"/>
            <a:chOff x="5334000" y="-54798"/>
            <a:chExt cx="6858000" cy="6858000"/>
          </a:xfrm>
        </p:grpSpPr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740C69C8-C0BD-761B-1D91-B65695F10222}"/>
                </a:ext>
              </a:extLst>
            </p:cNvPr>
            <p:cNvSpPr/>
            <p:nvPr/>
          </p:nvSpPr>
          <p:spPr>
            <a:xfrm>
              <a:off x="5334000" y="-54798"/>
              <a:ext cx="6858000" cy="685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53D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7" name="Immagine 16" descr="Immagine che contiene Elementi grafici, design, cartone animato, arte&#10;&#10;Il contenuto generato dall'IA potrebbe non essere corretto.">
              <a:extLst>
                <a:ext uri="{FF2B5EF4-FFF2-40B4-BE49-F238E27FC236}">
                  <a16:creationId xmlns:a16="http://schemas.microsoft.com/office/drawing/2014/main" id="{2CCD2FA2-6D9D-1BC8-929B-420B0CDBE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1" t="12340" r="7568" b="10199"/>
            <a:stretch>
              <a:fillRect/>
            </a:stretch>
          </p:blipFill>
          <p:spPr>
            <a:xfrm>
              <a:off x="5820770" y="406023"/>
              <a:ext cx="5882185" cy="53123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79891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De Marco</dc:creator>
  <cp:lastModifiedBy>Andrea De Marco</cp:lastModifiedBy>
  <cp:revision>8</cp:revision>
  <dcterms:created xsi:type="dcterms:W3CDTF">2026-05-24T07:04:10Z</dcterms:created>
  <dcterms:modified xsi:type="dcterms:W3CDTF">2026-05-24T18:15:12Z</dcterms:modified>
</cp:coreProperties>
</file>